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62" r:id="rId5"/>
    <p:sldId id="263" r:id="rId6"/>
    <p:sldId id="264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8DD71-A34D-41DC-8F69-F2E4DDE3A3C6}" type="datetimeFigureOut">
              <a:rPr lang="es-ES" smtClean="0"/>
              <a:t>20/01/2026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4ACBB-2582-4511-A748-0DAB95F101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4110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8DD71-A34D-41DC-8F69-F2E4DDE3A3C6}" type="datetimeFigureOut">
              <a:rPr lang="es-ES" smtClean="0"/>
              <a:t>20/01/2026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4ACBB-2582-4511-A748-0DAB95F101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2521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8DD71-A34D-41DC-8F69-F2E4DDE3A3C6}" type="datetimeFigureOut">
              <a:rPr lang="es-ES" smtClean="0"/>
              <a:t>20/01/2026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4ACBB-2582-4511-A748-0DAB95F101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2332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8DD71-A34D-41DC-8F69-F2E4DDE3A3C6}" type="datetimeFigureOut">
              <a:rPr lang="es-ES" smtClean="0"/>
              <a:t>20/01/2026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4ACBB-2582-4511-A748-0DAB95F101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6120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8DD71-A34D-41DC-8F69-F2E4DDE3A3C6}" type="datetimeFigureOut">
              <a:rPr lang="es-ES" smtClean="0"/>
              <a:t>20/01/2026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4ACBB-2582-4511-A748-0DAB95F101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327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8DD71-A34D-41DC-8F69-F2E4DDE3A3C6}" type="datetimeFigureOut">
              <a:rPr lang="es-ES" smtClean="0"/>
              <a:t>20/01/2026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4ACBB-2582-4511-A748-0DAB95F101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3058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8DD71-A34D-41DC-8F69-F2E4DDE3A3C6}" type="datetimeFigureOut">
              <a:rPr lang="es-ES" smtClean="0"/>
              <a:t>20/01/2026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4ACBB-2582-4511-A748-0DAB95F101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4286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8DD71-A34D-41DC-8F69-F2E4DDE3A3C6}" type="datetimeFigureOut">
              <a:rPr lang="es-ES" smtClean="0"/>
              <a:t>20/01/2026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4ACBB-2582-4511-A748-0DAB95F101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9991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8DD71-A34D-41DC-8F69-F2E4DDE3A3C6}" type="datetimeFigureOut">
              <a:rPr lang="es-ES" smtClean="0"/>
              <a:t>20/01/2026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4ACBB-2582-4511-A748-0DAB95F101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4692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8DD71-A34D-41DC-8F69-F2E4DDE3A3C6}" type="datetimeFigureOut">
              <a:rPr lang="es-ES" smtClean="0"/>
              <a:t>20/01/2026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4ACBB-2582-4511-A748-0DAB95F101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5342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8DD71-A34D-41DC-8F69-F2E4DDE3A3C6}" type="datetimeFigureOut">
              <a:rPr lang="es-ES" smtClean="0"/>
              <a:t>20/01/2026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4ACBB-2582-4511-A748-0DAB95F101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7579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8DD71-A34D-41DC-8F69-F2E4DDE3A3C6}" type="datetimeFigureOut">
              <a:rPr lang="es-ES" smtClean="0"/>
              <a:t>20/01/2026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14ACBB-2582-4511-A748-0DAB95F101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1222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ES" dirty="0" smtClean="0"/>
              <a:t>I</a:t>
            </a:r>
            <a:r>
              <a:rPr lang="en-BB" dirty="0" smtClean="0"/>
              <a:t>NTRODUCCIONA A LAS REDES </a:t>
            </a:r>
            <a:br>
              <a:rPr lang="en-BB" dirty="0" smtClean="0"/>
            </a:br>
            <a:r>
              <a:rPr lang="en-BB" dirty="0" smtClean="0"/>
              <a:t>(CCNA1)</a:t>
            </a:r>
            <a:br>
              <a:rPr lang="en-BB" dirty="0" smtClean="0"/>
            </a:b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 smtClean="0"/>
              <a:t>C</a:t>
            </a:r>
            <a:r>
              <a:rPr lang="en-BB" dirty="0" smtClean="0"/>
              <a:t>omando netsh en el CMD de Windows </a:t>
            </a:r>
          </a:p>
          <a:p>
            <a:r>
              <a:rPr lang="en-BB" smtClean="0"/>
              <a:t>Jonal </a:t>
            </a:r>
            <a:r>
              <a:rPr lang="en-BB" smtClean="0"/>
              <a:t>Esteban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12873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18681" y="799465"/>
            <a:ext cx="10515600" cy="1325563"/>
          </a:xfrm>
        </p:spPr>
        <p:txBody>
          <a:bodyPr/>
          <a:lstStyle/>
          <a:p>
            <a:pPr algn="ctr"/>
            <a:r>
              <a:rPr lang="en-BB" dirty="0" smtClean="0"/>
              <a:t>Comando netsh </a:t>
            </a:r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BB" dirty="0" smtClean="0"/>
              <a:t>S</a:t>
            </a:r>
            <a:r>
              <a:rPr lang="es-ES" dirty="0" smtClean="0"/>
              <a:t>e</a:t>
            </a:r>
            <a:r>
              <a:rPr lang="en-BB" dirty="0"/>
              <a:t> </a:t>
            </a:r>
            <a:r>
              <a:rPr lang="en-BB" dirty="0" smtClean="0"/>
              <a:t>utiliza para entrar al modo de administacion de redes </a:t>
            </a:r>
            <a:endParaRPr lang="es-ES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097588" y="3042567"/>
            <a:ext cx="5499463" cy="1304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411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BB" dirty="0" smtClean="0"/>
              <a:t>Comando netsh wlan </a:t>
            </a:r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BB" dirty="0" smtClean="0"/>
              <a:t>Se utiliza para entrar al modo de red inalambrica en el prompt netsh </a:t>
            </a:r>
            <a:endParaRPr lang="es-ES" dirty="0"/>
          </a:p>
        </p:txBody>
      </p:sp>
      <p:pic>
        <p:nvPicPr>
          <p:cNvPr id="7" name="Marcador de contenido 6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447080" y="2647905"/>
            <a:ext cx="4617160" cy="1699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324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Comando</a:t>
            </a:r>
            <a:r>
              <a:rPr lang="en-US" dirty="0"/>
              <a:t> </a:t>
            </a:r>
            <a:r>
              <a:rPr lang="en-US" dirty="0" err="1"/>
              <a:t>netsh</a:t>
            </a:r>
            <a:r>
              <a:rPr lang="en-US" dirty="0"/>
              <a:t> </a:t>
            </a:r>
            <a:r>
              <a:rPr lang="en-US" dirty="0" err="1"/>
              <a:t>wlan</a:t>
            </a:r>
            <a:r>
              <a:rPr lang="en-US" dirty="0"/>
              <a:t> show profiles</a:t>
            </a:r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Se utiliza para listar todos los perfiles de red </a:t>
            </a:r>
            <a:r>
              <a:rPr lang="es-ES" dirty="0" err="1"/>
              <a:t>inalambricos</a:t>
            </a:r>
            <a:r>
              <a:rPr lang="es-ES" dirty="0"/>
              <a:t> registrados en este equipo</a:t>
            </a:r>
          </a:p>
        </p:txBody>
      </p:sp>
      <p:pic>
        <p:nvPicPr>
          <p:cNvPr id="9" name="Marcador de contenido 8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420317" y="3237551"/>
            <a:ext cx="4686954" cy="221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51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Comando</a:t>
            </a:r>
            <a:r>
              <a:rPr lang="en-US" dirty="0"/>
              <a:t> </a:t>
            </a:r>
            <a:r>
              <a:rPr lang="en-US" dirty="0" err="1"/>
              <a:t>netsh</a:t>
            </a:r>
            <a:r>
              <a:rPr lang="en-US" dirty="0"/>
              <a:t> </a:t>
            </a:r>
            <a:r>
              <a:rPr lang="en-US" dirty="0" err="1"/>
              <a:t>wlan</a:t>
            </a:r>
            <a:r>
              <a:rPr lang="en-US" dirty="0"/>
              <a:t> show profile name=[</a:t>
            </a:r>
            <a:r>
              <a:rPr lang="en-US" dirty="0" err="1"/>
              <a:t>nombre-wifi</a:t>
            </a:r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1690688"/>
            <a:ext cx="5157787" cy="4498975"/>
          </a:xfrm>
        </p:spPr>
        <p:txBody>
          <a:bodyPr/>
          <a:lstStyle/>
          <a:p>
            <a:pPr marL="0" indent="0">
              <a:buNone/>
            </a:pPr>
            <a:r>
              <a:rPr lang="es-ES" dirty="0"/>
              <a:t>Se utiliza para ver la </a:t>
            </a:r>
            <a:r>
              <a:rPr lang="es-ES" dirty="0" err="1"/>
              <a:t>informacion</a:t>
            </a:r>
            <a:r>
              <a:rPr lang="es-ES" dirty="0"/>
              <a:t> detalladas del perfil de red seleccionado</a:t>
            </a:r>
            <a:r>
              <a:rPr lang="es-ES" dirty="0" smtClean="0"/>
              <a:t>.</a:t>
            </a:r>
            <a:endParaRPr lang="en-BB" dirty="0" smtClean="0"/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7" name="Marcador de contenido 6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914400" y="3016252"/>
            <a:ext cx="5183188" cy="3057978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285" y="2870788"/>
            <a:ext cx="5506218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995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Comando</a:t>
            </a:r>
            <a:r>
              <a:rPr lang="en-US" dirty="0"/>
              <a:t> </a:t>
            </a:r>
            <a:r>
              <a:rPr lang="en-US" dirty="0" err="1"/>
              <a:t>netsh</a:t>
            </a:r>
            <a:r>
              <a:rPr lang="en-US" dirty="0"/>
              <a:t> </a:t>
            </a:r>
            <a:r>
              <a:rPr lang="en-US" dirty="0" err="1"/>
              <a:t>wlan</a:t>
            </a:r>
            <a:r>
              <a:rPr lang="en-US" dirty="0"/>
              <a:t> show profile name=[</a:t>
            </a:r>
            <a:r>
              <a:rPr lang="en-US" dirty="0" err="1"/>
              <a:t>nombre-wifi</a:t>
            </a:r>
            <a:r>
              <a:rPr lang="en-US" dirty="0"/>
              <a:t>] key=clear</a:t>
            </a:r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0" y="1690688"/>
            <a:ext cx="6916782" cy="4498975"/>
          </a:xfrm>
        </p:spPr>
        <p:txBody>
          <a:bodyPr/>
          <a:lstStyle/>
          <a:p>
            <a:pPr marL="0" indent="0">
              <a:buNone/>
            </a:pPr>
            <a:r>
              <a:rPr lang="es-ES" dirty="0"/>
              <a:t>Se utiliza para ver la </a:t>
            </a:r>
            <a:r>
              <a:rPr lang="es-ES" dirty="0" err="1"/>
              <a:t>informacion</a:t>
            </a:r>
            <a:r>
              <a:rPr lang="es-ES" dirty="0"/>
              <a:t> detalladas del perfil de red seleccionado, incluyendo la </a:t>
            </a:r>
            <a:r>
              <a:rPr lang="es-ES" dirty="0" err="1"/>
              <a:t>contrasena</a:t>
            </a:r>
            <a:r>
              <a:rPr lang="es-ES" dirty="0"/>
              <a:t> si y sol si esta esta guardada.</a:t>
            </a:r>
          </a:p>
        </p:txBody>
      </p:sp>
      <p:pic>
        <p:nvPicPr>
          <p:cNvPr id="8" name="Marcador de contenido 7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7271261" y="2505075"/>
            <a:ext cx="4474141" cy="3684588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185" y="3016251"/>
            <a:ext cx="5687219" cy="387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0006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118</Words>
  <Application>Microsoft Office PowerPoint</Application>
  <PresentationFormat>Panorámica</PresentationFormat>
  <Paragraphs>13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de Office</vt:lpstr>
      <vt:lpstr>INTRODUCCIONA A LAS REDES  (CCNA1) </vt:lpstr>
      <vt:lpstr>Comando netsh </vt:lpstr>
      <vt:lpstr>Comando netsh wlan </vt:lpstr>
      <vt:lpstr>Comando netsh wlan show profiles</vt:lpstr>
      <vt:lpstr>Comando netsh wlan show profile name=[nombre-wifi</vt:lpstr>
      <vt:lpstr>Comando netsh wlan show profile name=[nombre-wifi] key=clear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Comando netsh</dc:title>
  <dc:creator>Participante</dc:creator>
  <cp:lastModifiedBy>Participante</cp:lastModifiedBy>
  <cp:revision>7</cp:revision>
  <dcterms:created xsi:type="dcterms:W3CDTF">2026-01-19T16:29:26Z</dcterms:created>
  <dcterms:modified xsi:type="dcterms:W3CDTF">2026-01-20T14:26:36Z</dcterms:modified>
</cp:coreProperties>
</file>